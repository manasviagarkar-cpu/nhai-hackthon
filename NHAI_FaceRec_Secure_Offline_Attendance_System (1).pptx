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84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511461"/>
            <a:ext cx="57150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NHAI FaceRec: Secure Offline Attendance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14375" y="2751572"/>
            <a:ext cx="8429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Next-Gen On-Device AI for Remote Infrastructure Sites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14375" y="3315928"/>
            <a:ext cx="8429625" cy="316111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3315928"/>
            <a:ext cx="8429625" cy="32573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NHAI INNOVATION HACKATHON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Problem: Connectivity Gaps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Remote Operations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689497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Highway construction sites often lack stable cellular or satellite coverage, rendering cloud-based solutions unusable.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732484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Sync Failures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107531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Intermittent connectivity leads to data loss and significant delays in payroll and attendance reporting.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00625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Risks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00625" y="1689497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Unmonitored remote sites are vulnerable to attendance fraud via printed photos or digital screen spoofing.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0625" y="2732484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Operational Friction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00625" y="3107531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manual logging is prone to human error and lacks the real-time auditability required for large-scale projects.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Solution: NHAI FaceRec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1171575"/>
            <a:ext cx="2000250" cy="3571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9063" y="1494830"/>
            <a:ext cx="464343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100% Offline Autonomy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929063" y="1834158"/>
            <a:ext cx="4643438" cy="678656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biometric processing, matching, and database operations occur entirely on-device, requiring zero network dependency during field operations.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929063" y="2727127"/>
            <a:ext cx="464343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On-Device Edge AI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929063" y="3066455"/>
            <a:ext cx="4643438" cy="4643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High-speed TFLite inference optimized for mid-range mobile hardware, delivering sub-200ms verification times.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929063" y="3745111"/>
            <a:ext cx="464343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929063" y="4084439"/>
            <a:ext cx="4643438" cy="4643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liveness challenges combined with 128-dimensional embedding matching ensure robust spoofing prevention.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Innovation: Edge AI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43013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Optimized Model 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796653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BlazeFace (Short Range)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1987748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Ultra-fast face detection (~0.4MB) optimized for mobile front cameras.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444948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MobileFaceNet (INT8)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2636044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Quantized 128-dim feature extraction (~4.0MB) for high-precision matching.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093244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MediaPipe Face Mesh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3284339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468 landmark tracking (~8.0MB) for robust liveness validation.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920133"/>
            <a:ext cx="3714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MODEL FOOTPRINT: 12.4 MB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1500" y="4130873"/>
            <a:ext cx="3714750" cy="214313"/>
          </a:xfrm>
          <a:prstGeom prst="rect">
            <a:avLst/>
          </a:prstGeom>
          <a:solidFill>
            <a:srgbClr val="D1D8DD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345186"/>
            <a:ext cx="3714750" cy="15716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62% of 20MB Hackathon Limit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857750" y="1243013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On-Device Advantages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57750" y="1796653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TFLite Inference Engine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57750" y="1987748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Leverages mobile CPU/NPU for sub-200ms end-to-end processing latency.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57750" y="2444948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57750" y="2636044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Biometric data never leaves the device, ensuring 100% data sovereignty and security.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57750" y="3093244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Bandwidth Cost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57750" y="3284339"/>
            <a:ext cx="3714750" cy="3500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operations are free from data charges, critical for large-scale field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Robust Liveness Detection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266230"/>
            <a:ext cx="2143125" cy="38076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0" y="1307306"/>
            <a:ext cx="42862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Anti-Spoofing Framework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286250" y="1682353"/>
            <a:ext cx="4286250" cy="7215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identity fraud by ensuring the presence of a live human subject. The system effectively blocks attacks from high-resolution printed photos and digital screen replays.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286250" y="2689622"/>
            <a:ext cx="42862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3D Face Mesh Tracking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286250" y="3064669"/>
            <a:ext cx="4286250" cy="7215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Utilizes MediaPipe to track 468 landmarks in real-time. This high-fidelity mapping allows for precise monitoring of micro-expressions and depth cues.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286250" y="4071938"/>
            <a:ext cx="42862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Interactive Challenges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86250" y="4446984"/>
            <a:ext cx="4286250" cy="7215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Randomized prompts such as "Blink" or "Smile" verify active participation. Real-time Eye Aspect Ratio (EAR) analysis ensures sub-second validation latency.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Adaptability &amp; Accuracy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71575"/>
            <a:ext cx="385762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Demographic Diversity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546622"/>
            <a:ext cx="3857625" cy="68859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for the Indian context, our MobileFaceNet engine is trained on diverse datasets to ensure invariant recognition across age groups and regional ethnicities.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585256"/>
            <a:ext cx="385762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Lighting Robustness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2960303"/>
            <a:ext cx="3857625" cy="68859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Mean-Variance Normalization mitigates the impact of harsh sunlight and deep shadows common in outdoor highway construction sites.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14875" y="1171575"/>
            <a:ext cx="385762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4875" y="1546622"/>
            <a:ext cx="3857625" cy="48287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Achieving &gt;96% accuracy through embedding averaging and optimized cosine similarity thresholds.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172370"/>
            <a:ext cx="3857625" cy="17859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4875" y="3958307"/>
            <a:ext cx="3857625" cy="39145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*Tested on 500+ "in-the-wild" outdoor images simulating real NHAI site conditions.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Integration: Datalake 3.0 Ready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725216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NHAI FaceRec is designed as a </a:t>
            </a:r>
            <a:r>
              <a:rPr lang="en-US" sz="10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decoupled plug-in module</a:t>
            </a: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ML engine and database layers can be injected into the Datalake 3.0 React Native environment with minimal configuration.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996803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Native Compatibility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407569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support for </a:t>
            </a:r>
            <a:r>
              <a:rPr lang="en-US" sz="10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 Bare Workflow</a:t>
            </a: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custom Metro configurations, ensuring seamless asset management for .tflite model files within the main application bundle.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00625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Synchronization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00625" y="1725216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SQLite schema aligns with NHAI's </a:t>
            </a:r>
            <a:r>
              <a:rPr lang="en-US" sz="10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data structures</a:t>
            </a: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facilitating effortless migration of local attendance logs to the AWS cloud backend.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0625" y="2996803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Audit-Ready Logs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00625" y="3407569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verification record includes </a:t>
            </a:r>
            <a:r>
              <a:rPr lang="en-US" sz="10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scores</a:t>
            </a: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high-precision timestamps, providing the transparency required for enterprise-level auditing and payroll 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Scalability: Sync &amp; Purge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AWS Cloud Integration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903809"/>
            <a:ext cx="2430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Asynchronous Synchronization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094905"/>
            <a:ext cx="3571875" cy="44291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background syncing to </a:t>
            </a:r>
            <a:r>
              <a:rPr lang="en-US" sz="9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S3/DynamoDB</a:t>
            </a: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endpoints once network connectivity is restored.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16411"/>
            <a:ext cx="108049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2907506"/>
            <a:ext cx="3571875" cy="63579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retry logic and conflict resolution ensure 100% data consistency between edge devices and the central server.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721894"/>
            <a:ext cx="16787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3912989"/>
            <a:ext cx="3571875" cy="63579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to handle concurrent sync requests from thousands of field devices across multiple construction zones.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00625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Storage Management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00625" y="1903809"/>
            <a:ext cx="142517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WAL Mode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00625" y="2094905"/>
            <a:ext cx="3571875" cy="44291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Utilizes </a:t>
            </a:r>
            <a:r>
              <a:rPr lang="en-US" sz="9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Write-Ahead Logging</a:t>
            </a: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high-performance local database operations without blocking UI threads.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00625" y="2716411"/>
            <a:ext cx="196810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Purge Mechanism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00625" y="2907506"/>
            <a:ext cx="3571875" cy="63579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"Sync-then-Purge" workflow reclaims device storage by removing locally cached logs after successful cloud verification.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00625" y="3721894"/>
            <a:ext cx="132159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Bloat Policy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00625" y="3912989"/>
            <a:ext cx="3571875" cy="63579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 management of facial embeddings and logs to maintain a minimal storage footprint on mid-range hardware.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Performance Benchmarks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43013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Pipeline Latency (ms)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89497"/>
            <a:ext cx="3714750" cy="2500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7750" y="1243013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Resource Efficiency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857750" y="1903809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RAM Usage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857750" y="2094905"/>
            <a:ext cx="3714750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C40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~210 MB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857750" y="2473523"/>
            <a:ext cx="3714750" cy="192881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for devices with 3GB+ RAM.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857750" y="2880717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Cold Load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57750" y="3071813"/>
            <a:ext cx="3714750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C40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~120 ms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857750" y="3450431"/>
            <a:ext cx="3714750" cy="192881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Instantaneous readiness upon app launch.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857750" y="3857625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E2E Latency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57750" y="4048720"/>
            <a:ext cx="3714750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C40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~130 ms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57750" y="4427339"/>
            <a:ext cx="3714750" cy="192881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 below the 1000ms hackathon target.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006"/>
            <a:ext cx="9144000" cy="54078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&amp; Impact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Operational Excellence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725216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Enabling uninterrupted attendance verification in the most remote environments, ensuring that highway construction projects stay on schedule regardless of connectivity.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996803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407569"/>
            <a:ext cx="3571875" cy="9858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Eliminating bandwidth costs and reducing administrative overhead through automated, high-precision biometric logging and cloud synchronization.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00625" y="1314450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Enterprise Readiness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00625" y="1725216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secure, scalable, and Datalake 3.0-compatible solution that meets the rigorous standards of NHAI's digital infrastructure requirements.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0625" y="2768203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Impact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00625" y="3178969"/>
            <a:ext cx="3571875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 a new benchmark for offline-first field authentication, paving the way for more resilient and secure digital governance in remote sectors.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1500" y="4822031"/>
            <a:ext cx="800100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4822031"/>
            <a:ext cx="8001000" cy="28575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5036344"/>
            <a:ext cx="8001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003366"/>
                </a:solidFill>
                <a:latin typeface="Playfair Display Bold" pitchFamily="34" charset="0"/>
              </a:rPr>
              <a:t>Application demo link:  https://youtube.com/shorts/KHF1hko_ra0?si=rBkQ86D5_pjlh8Yf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853</Words>
  <Application>Microsoft Office PowerPoint</Application>
  <PresentationFormat>On-screen Show (16:9)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Nakashe</cp:lastModifiedBy>
  <cp:revision>3</cp:revision>
  <dcterms:created xsi:type="dcterms:W3CDTF">2026-06-02T09:13:54Z</dcterms:created>
  <dcterms:modified xsi:type="dcterms:W3CDTF">2026-06-03T09:55:17Z</dcterms:modified>
</cp:coreProperties>
</file>